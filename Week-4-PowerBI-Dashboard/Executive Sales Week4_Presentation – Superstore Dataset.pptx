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827"/>
    <a:srgbClr val="6B7280"/>
    <a:srgbClr val="374151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1342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4BF42-1374-429C-855D-DF12774C1A3A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41BCD-E623-482C-BCB3-FAC25676A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41BCD-E623-482C-BCB3-FAC25676AA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3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0109-B01D-C6E6-64FD-1731CA549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50BDE-06EB-8C6A-A7D4-9A4C47C00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A67E-063C-84FE-09FF-FEBAF58F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DF6CD-F5A9-1273-5371-24E7FCBA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A4613-04A6-12D1-0196-C5BE88E9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8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EB0F-D610-4D78-FF8A-59234D2A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B509-2BF6-4096-DEFC-9422DD07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6DD0-CB04-00B1-379F-89948261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7EC9-A1C6-C9D2-215A-967FA3F7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C4B4-74FD-D0DF-63AE-037C1338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8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4945-A09C-200B-9704-51E9203E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FC4BF-DD34-E42C-58BC-B799228A6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D2278-3341-39F8-692F-55EB5457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BD6A-0A88-B1AD-1198-5EDC3AF5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1A63F-3182-4EBD-B194-4F3672F4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3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F762-D2D1-0CDE-AFD6-ED072343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514B1-986A-6B2F-8189-CD6C8D52A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8834F-F0FF-CD24-91A6-5C739F8B1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D80A0-2441-98C2-B7F7-5E64706F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1105E-4487-EA93-DCF8-B59F48E9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C93BA-8FF2-7F39-78F6-EB76F8F4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0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A5CE-5C67-D930-DFFD-DA32B18E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77F23-8A30-40EE-52B8-E2FEB56A8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CC569-3C6A-D2DA-EAE2-A60C243F9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150FC-8919-6E4D-E7D5-73AE2AEC4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224610-E418-A8D7-669E-2E69F7238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9FBE6-56CD-790D-A10D-DCF900ED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8449AF-8641-60F3-3261-52B0C7E5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470AE-C16A-B265-6EAD-9E1BD5E8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71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2F7E-D476-F9B5-6308-D225BE40B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D3096-33C9-2298-3537-A53F79C8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4E9B3-6949-7113-65E9-AFB05D5D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75ABB-B67D-4F17-3958-8C00A160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5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DC348-1A7E-100E-15A2-5A08F2A0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1D5FF-DA4D-3DAA-9E55-43ED0E3D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8D333-DC7C-5F47-FE6F-A2BB4896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2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415-25A8-6F97-A522-EE54C583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49A5-31DB-CB42-EBE2-67B4BE51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FE174-B17D-801B-E978-0214FC283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B107E-DC14-4783-3205-4C83E3F65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EC88F-668C-074A-23C9-9F663E07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F6B75-2C53-11D5-AF89-029C0FFB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1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03C-5055-ACB6-19C8-BC696653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B6F01-CBEA-528A-C66B-A97C07C40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DC9ED-ACDD-3367-E452-20D5D2674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B6F-79A0-3206-9B5C-CB867E06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F2621-2462-84CF-413B-88ABFA4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9AE26-94C9-4438-C4D0-1E09DAF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3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3212-E554-B72D-E2DF-5F64440E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0B9D3-0BC2-B1A4-8382-56C3ED814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C4D2-D888-E45E-86C4-4BDBE1F1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49330-B0AB-93FC-DCAD-6E0A05A9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1227B-3D3A-DF4C-FB95-E2C98EFC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9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CF60CC-F31E-607A-76F7-94DD7C213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64963-8556-3FE2-5296-5E909F43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5204B-62E0-FB2E-7078-D5245BED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3D258-B484-8A20-62C6-10B4BD71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0EF08-1645-D355-7AA9-87F92770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1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D665B-E47F-21CA-D28C-B0ED4A07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AE467-677D-DBA7-8A40-8C3D00FB4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0A2C-2BC9-8492-D8DD-A9416978B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9D15B-2867-4F0F-B0CC-A8EE64B9335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B09E2-3F80-4701-E16F-195C56796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F7CC3-F817-16B7-AA21-61A92810A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7E14E-3F4E-4826-B510-AB14E0E92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5993-4CC3-2CD9-F670-7F10D4845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Sales Dashboard – Superstore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C692D-237A-9E90-531E-F6C4CF876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 err="1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AnalystLab</a:t>
            </a:r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Africa Data Analytics Internship</a:t>
            </a:r>
          </a:p>
          <a:p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Week 4 – Data Visualization &amp; Dashboarding </a:t>
            </a:r>
          </a:p>
          <a:p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Presented by: </a:t>
            </a:r>
          </a:p>
          <a:p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Damilola Owolabi</a:t>
            </a:r>
          </a:p>
          <a:p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Tool: Microsoft Power BI</a:t>
            </a:r>
          </a:p>
          <a:p>
            <a:r>
              <a:rPr lang="en-US" sz="1600" dirty="0">
                <a:solidFill>
                  <a:srgbClr val="37415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Dataset: Superstore Sales Dataset (Kaggle)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5F38D-1879-4B58-1E93-66802827F66B}"/>
              </a:ext>
            </a:extLst>
          </p:cNvPr>
          <p:cNvSpPr/>
          <p:nvPr/>
        </p:nvSpPr>
        <p:spPr>
          <a:xfrm>
            <a:off x="0" y="0"/>
            <a:ext cx="12192000" cy="15087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AE2E2-6FE1-0D39-8A8A-FB8FBF432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96503"/>
            <a:ext cx="538480" cy="4614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FAB26C-761C-7CFD-5D14-740A9912AD38}"/>
              </a:ext>
            </a:extLst>
          </p:cNvPr>
          <p:cNvSpPr txBox="1"/>
          <p:nvPr/>
        </p:nvSpPr>
        <p:spPr>
          <a:xfrm>
            <a:off x="10447866" y="6399349"/>
            <a:ext cx="2353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B7280"/>
                </a:solidFill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012225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E955-7D61-1BC7-5B20-256C6F95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111827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5DEA-A1C8-EF0E-47D0-C4A213A7F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6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</a:t>
            </a:r>
            <a:r>
              <a:rPr lang="en-US" sz="1800" dirty="0"/>
              <a:t>Dataset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• Superstore Sales Dataset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 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 • Kaggle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 Tool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• Microsoft Power BI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5EF3C-B8D2-09F0-AD67-CE7A3A0A6C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Project Objective </a:t>
            </a:r>
          </a:p>
          <a:p>
            <a:pPr marL="0" indent="0">
              <a:buNone/>
            </a:pPr>
            <a:r>
              <a:rPr lang="en-US" sz="1800" dirty="0"/>
              <a:t>• Analyze sales performance</a:t>
            </a:r>
          </a:p>
          <a:p>
            <a:pPr marL="0" indent="0">
              <a:buNone/>
            </a:pPr>
            <a:r>
              <a:rPr lang="en-US" sz="1800" dirty="0"/>
              <a:t>• Identify business trends </a:t>
            </a:r>
          </a:p>
          <a:p>
            <a:pPr marL="0" indent="0">
              <a:buNone/>
            </a:pPr>
            <a:r>
              <a:rPr lang="en-US" sz="1800" dirty="0"/>
              <a:t>• Build an interactive sales dashboard </a:t>
            </a:r>
          </a:p>
          <a:p>
            <a:pPr marL="0" indent="0">
              <a:buNone/>
            </a:pPr>
            <a:r>
              <a:rPr lang="en-US" sz="1800" dirty="0"/>
              <a:t>• Support data-driven decision making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4E8BF0-85D1-3BBC-284E-86EFF403D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5183990"/>
            <a:ext cx="12115800" cy="1622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4F6F78-9A6D-176E-E582-37CE90F43C5D}"/>
              </a:ext>
            </a:extLst>
          </p:cNvPr>
          <p:cNvSpPr/>
          <p:nvPr/>
        </p:nvSpPr>
        <p:spPr>
          <a:xfrm>
            <a:off x="0" y="1"/>
            <a:ext cx="12192000" cy="13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7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42F0-2B06-79C7-6E4F-F1AB94C2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111827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3B88F9-C466-5E0F-766A-B60BCAF5B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 Superstore management needs a dashboard that can: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Monitor overall sales and profit performance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• Identify top-performing products and categories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• Compare sales across different regions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• Track monthly sales trends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• Support data-driven business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D0718-B264-9D07-EBE4-C0F44219B150}"/>
              </a:ext>
            </a:extLst>
          </p:cNvPr>
          <p:cNvSpPr/>
          <p:nvPr/>
        </p:nvSpPr>
        <p:spPr>
          <a:xfrm>
            <a:off x="0" y="0"/>
            <a:ext cx="12192000" cy="11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2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300F-15D9-2FFC-4BAE-D487B0C9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KPIs Defined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D53851-D294-27AD-F4EB-256E0E3D1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368191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389348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74038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KPI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97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the total revenue generated.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59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Measures overall business profit.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872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the number of orders processed.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659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Indicates how much profit was made from sales.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61609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6BF9552-4CCC-FF1D-2AA6-FF61C0B8304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5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B198-1B99-F69C-2084-3F43B45B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Sales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F2AD46-B630-872B-8719-0FE778EF0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40" y="1280160"/>
            <a:ext cx="10315307" cy="55778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BF9CDB5-62A8-50DC-D83C-5C2EBD923F1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9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F087-59E5-DED9-511A-BE217D40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782E-0519-CC29-270C-355BFEBC3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Technology generated the highest sales among all product categories.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The Consumer segment contributed the largest share of total sales.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The West region recorded the highest sales performance.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Sales were stronger towards the end of the year.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Canon </a:t>
            </a:r>
            <a:r>
              <a:rPr lang="en-US" sz="1800" dirty="0" err="1"/>
              <a:t>imageCLASS</a:t>
            </a:r>
            <a:r>
              <a:rPr lang="en-US" sz="1800" dirty="0"/>
              <a:t> 2200 Advanced Copier was the top-selling product.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CC8A7-FBE7-6102-B023-18F5841F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586065"/>
            <a:ext cx="3244270" cy="1906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6164F-C72D-A080-EE0D-1AC962864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98" y="4521333"/>
            <a:ext cx="3388361" cy="1971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5EFA9B-0D3B-4748-DC86-E2131D0D2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888" y="4521333"/>
            <a:ext cx="3611881" cy="19715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73002D-DC6C-BFF2-51CA-89A5C8CF6ED0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4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0948-5743-B28A-5423-89DEF1F5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3464D-D4FD-E6C9-2C58-CE325717B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Increase investment in the Technology category to maintain strong sales performance.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Develop strategies to improve sales in lower-performing regions.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Plan promotions and inventory ahead of the peak sales period towards the end of the year.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Continue focusing on the Consumer segment while exploring opportunities to grow Corporate and Home Office sales.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Monitor the performance of top-selling products and ensure adequate stock availability.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52CB5-6901-DDF5-5D09-E531E0701CF6}"/>
              </a:ext>
            </a:extLst>
          </p:cNvPr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9FC2-49FE-D1AB-8F7A-6DF61655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AD3EF-B826-B721-9994-42E1ABD30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Choosing the most suitable visuals for different business questions.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Arranging the dashboard layout to improve readability.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Formatting charts and KPI cards for a consistent design.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Selecting </a:t>
            </a:r>
            <a:r>
              <a:rPr lang="en-US" sz="1800" dirty="0" err="1"/>
              <a:t>colours</a:t>
            </a:r>
            <a:r>
              <a:rPr lang="en-US" sz="1800" dirty="0"/>
              <a:t> that improve clarity without making the dashboard look crowded.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• Building an interactive dashboard using slicers and visual interactions.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F46D5-646C-DAAC-D5F9-2E5760D5C7D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4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98D5-2306-C815-7E78-8A3D4869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74DA0-9175-F066-9547-229EB6F2F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This project transformed raw sales data into an interactive Power BI dashboard that highlights key business performance indicators.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 dashboard provides a clear view of sales trends, regional performance, customer segments, and product performance, helping decision-makers identify opportunities and make informed business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D9BFEC-70EA-7DE5-7F11-4A88A8DDB386}"/>
              </a:ext>
            </a:extLst>
          </p:cNvPr>
          <p:cNvSpPr/>
          <p:nvPr/>
        </p:nvSpPr>
        <p:spPr>
          <a:xfrm>
            <a:off x="0" y="0"/>
            <a:ext cx="12192000" cy="11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2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405</Words>
  <Application>Microsoft Office PowerPoint</Application>
  <PresentationFormat>Widescreen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 Semibold</vt:lpstr>
      <vt:lpstr>Office Theme</vt:lpstr>
      <vt:lpstr>Executive Sales Dashboard – Superstore Dataset</vt:lpstr>
      <vt:lpstr>Dataset Overview</vt:lpstr>
      <vt:lpstr>Business Problem</vt:lpstr>
      <vt:lpstr>KPIs Defined</vt:lpstr>
      <vt:lpstr>Executive Sales Dashboard</vt:lpstr>
      <vt:lpstr>Key Insights</vt:lpstr>
      <vt:lpstr>Recommendations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Damilola Owolabi</dc:creator>
  <cp:lastModifiedBy>Damilola Owolabi</cp:lastModifiedBy>
  <cp:revision>9</cp:revision>
  <dcterms:created xsi:type="dcterms:W3CDTF">2026-07-28T09:27:55Z</dcterms:created>
  <dcterms:modified xsi:type="dcterms:W3CDTF">2026-07-28T19:57:29Z</dcterms:modified>
</cp:coreProperties>
</file>